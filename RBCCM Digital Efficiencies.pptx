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Candidate 1: GitHub as source of truth. Code lives in a real repo. TeamSite stays the deploy target. What it fixes: No history, no rollback, no code review, no audit trail on incidents. Cost to try: A repo and a workflow agreement. Nothing to install on TeamSite. TeamSite impact: Zero. TeamSite doesn't have to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Candidate 2: Local npm build + one-command deploy. SCSS, lint, bundle, and SFTP push, all scripted. Every push logged. What it fixes: "Download, edit, upload" tax. Manual errors. "Who changed what?" incidents. Cost to try: One-time script to write. Runs on any dev machine. TeamSite impact: Zero. Same files land at the same paths, just faster and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Candidate 3: A new modern component library. A browsable catalog of every rbccm-* component with all its variations. What it fixes: The three-carousels pattern. Marketing asking for what already exists. Cost to try: Effort TBD. Delivers visual variations of every component in one place. TeamSite impact: Zero. Lives outside TeamSite as a static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Candidate 4: Consolidated CSS + JS bundling. One main.css and one main.js instead of 12+ standalone files in the head. What it fixes: Asset bloat. Every page paying the tax of every other page's dependencies. Cost to try: Depends on #2 being in place first. Then it's a build-config change. TeamSite impact: Zero. TeamSite serves whatever files the build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Candidate 5: Standardized local preview environment. A shared local-test pattern matching TeamSite's runtime. Anyone can iterate offline. What it fixes: Edits in prod. Cost to try: Documenting and templating what already works on some components. TeamSite impact: Zero. Runs locally. Only the final artifact touches TeamSite.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1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548640"/>
            <a:ext cx="2103120" cy="21031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914400"/>
            <a:ext cx="1371600" cy="1371600"/>
          </a:xfrm>
          <a:prstGeom prst="ellipse">
            <a:avLst/>
          </a:prstGeom>
          <a:solidFill>
            <a:srgbClr val="00316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CANDIDATES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Possible ideas.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accomplish?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754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achievable inside the TeamSite constraint. All additive.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RBCCM DIGITAL / EFFICIENCIES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candidates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Skim now. We'll walk through each on the following slides.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0868" y="2377440"/>
            <a:ext cx="3611880" cy="18288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9468" y="2606040"/>
            <a:ext cx="457200" cy="45720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6946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18108" y="26060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as source of truth.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9468" y="31546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lives in a real repo. TeamSite stays the deploy target.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89908" y="2377440"/>
            <a:ext cx="3611880" cy="18288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18508" y="2606040"/>
            <a:ext cx="457200" cy="45720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185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67148" y="26060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npm build + one-command deploy.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18508" y="31546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SCSS, lint, bundle, and SFTP push, all scripted. Every push logged.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38948" y="2377440"/>
            <a:ext cx="3611880" cy="18288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67548" y="2606040"/>
            <a:ext cx="457200" cy="45720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6754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816188" y="26060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modern component library.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67548" y="31546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browsable catalog of every rbccm-* component with all its variations.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415388" y="4389120"/>
            <a:ext cx="3611880" cy="18288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43988" y="4617720"/>
            <a:ext cx="457200" cy="45720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43988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192628" y="46177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Consolidated CSS + JS bundling.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643988" y="51663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main.css and one main.js instead of 12+ standalone files in the head.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64428" y="4389120"/>
            <a:ext cx="3611880" cy="18288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93028" y="4617720"/>
            <a:ext cx="457200" cy="45720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93028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941668" y="46177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Standardized local preview environment.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393028" y="51663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local-test pattern matching TeamSite's runtime. Anyone can iterate offline.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1338560" y="6355080"/>
            <a:ext cx="457200" cy="45720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1338560" y="6355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0" y="63916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RBCCM DIGITAL / EFFICIENCIES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914400"/>
            <a:ext cx="822960" cy="82296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9601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as source of truth.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lives in a real repo. TeamSite stays the deploy target.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FIXES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3154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history, no rollback, no code review, no audit trail on incidents.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TRY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206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 and a workflow agreement. Nothing to install on TeamSite.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5257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TEAMSITE IMPACT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5257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Zero. TeamSite doesn't have to change.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1338560" y="6355080"/>
            <a:ext cx="457200" cy="45720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338560" y="6355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0" y="63916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RBCCM DIGITAL / EFFICIENCIES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914400"/>
            <a:ext cx="822960" cy="82296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9601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npm build + one-command deploy.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SCSS, lint, bundle, and SFTP push, all scripted. Every push logged.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FIXES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3154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"Download, edit, upload" tax. Manual errors. "Who changed what?" incidents.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TRY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206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script to write. Runs on any dev machine.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5257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TEAMSITE IMPACT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5257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Zero. Same files land at the same paths, just faster and audited.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1338560" y="6355080"/>
            <a:ext cx="457200" cy="45720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338560" y="6355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0" y="63916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RBCCM DIGITAL / EFFICIENCIES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914400"/>
            <a:ext cx="822960" cy="82296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9601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modern component library.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browsable catalog of every rbccm-* component with all its variations.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FIXES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3154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three-carousels pattern. Marketing asking for what already exists.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TRY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206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TBD. Delivers visual variations of every component in one place.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5257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TEAMSITE IMPACT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5257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Zero. Lives outside TeamSite as a static reference.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1338560" y="6355080"/>
            <a:ext cx="457200" cy="45720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338560" y="6355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0" y="63916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RBCCM DIGITAL / EFFICIENCIES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914400"/>
            <a:ext cx="822960" cy="82296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9601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Consolidated CSS + JS bundling.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main.css and one main.js instead of 12+ standalone files in the head.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FIXES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3154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bloat. Every page paying the tax of every other page's dependencies.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TRY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206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#2 being in place first. Then it's a build-config change.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5257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TEAMSITE IMPACT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5257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Zero. TeamSite serves whatever files the build outputs.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1338560" y="6355080"/>
            <a:ext cx="457200" cy="45720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338560" y="6355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0" y="63916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RBCCM DIGITAL / EFFICIENCIES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914400"/>
            <a:ext cx="822960" cy="82296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9601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1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Standardized local preview environment.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local-test pattern matching TeamSite's runtime. Anyone can iterate offline.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FIXES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3154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in prod.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TRY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206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Documenting and templating what already works on some components.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10908792" cy="914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5257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TEAMSITE IMPACT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5257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Zero. Runs locally. Only the final artifact touches TeamSite.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1338560" y="6355080"/>
            <a:ext cx="457200" cy="45720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338560" y="6355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3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0" y="63916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RBCCM Digital - Efficiency Candidates</dc:title>
  <dc:subject>PptxGenJS Presentation</dc:subject>
  <dc:creator>Justin Bannister</dc:creator>
  <cp:lastModifiedBy>Justin Bannister</cp:lastModifiedBy>
  <cp:revision>1</cp:revision>
  <dcterms:created xsi:type="dcterms:W3CDTF">2026-09-22T18:51:15Z</dcterms:created>
  <dcterms:modified xsi:type="dcterms:W3CDTF">2026-09-22T18:51:15Z</dcterms:modified>
</cp:coreProperties>
</file>