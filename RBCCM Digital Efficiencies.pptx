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 1: GitHub as source of truth. Component code (JS, CSS, XSL, XML) lives in one clean, accurate, documented repo. TeamSite stays the deploy target. What it fixes: History, rollback and review exist today, but loosely (TeamSite versions, local copies, memory). The repo gives one clean place to see what changed, when and why. Cost to try: A repo and a workflow agreement. Still no CI/CD into TeamSite, but code is checked in the repo before anything is uploaded, so "what happened?" has an answer. TeamSite impact: Zero. Deploys stay manual for now, but the repo is the record of what should be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 2: Local npm build that validates the repo. One command lints and checks every component's JS, CSS, XSL and XML before anything goes up. What it fixes: Broken XSL, typos and bad markup found on the live site instead of before upload. Cost to try: One-time script to write. Runs on any dev machine. TeamSite impact: Zero. It only checks the files; uploading to TeamSite is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 3: An rbccm-* component library. Every Block Element Modifier (BEM) named rbccm-* component with all its variations. A local npm build produces a dev page to check the output is what's expected: variations, FPO content, etc. What it fixes: The three-carousels pattern. Marketing asking for what already exists. Surprises after publishing. Cost to try: Effort TBD. Builds on the component folders and local tests that already exist. TeamSite impact: Zero. Runs locally, outside TeamSite.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 4: Consolidated CSS + JS bundling. One main.css and one main.js instead of 12+ standalone files in the head. What it fixes: Asset bloat. Every page paying the tax of every other page's dependencies. Cost to try: Depends on #2 being in place first. Then it's a build-config change. TeamSite impact: Zero. TeamSite serves whatever files the build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 5: Localized page preview. Full pages previewed locally from the #3 component library, matching TeamSite's runtime. Anyone can iterate offline. What it fixes: Edits in prod. Cost to try: Comes out of #3: page templates that assemble library components. TeamSite impact: Zero. Runs locally. Only the final files touch TeamSite.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 6: No reliance on Bootstrap. Our design system, 1:1 with the Figma expectation. Every component styled in its own SCSS instead of loading a whole library for utility classes. Atomic design principles, 100% accurate. What it fixes: Every page loading all of Bootstrap for a handful of utilities. Fighting framework defaults to match the design. Cost to try: In progress now. New components already ship their own CSS; older pages move over as they're rebuilt. Pairs with #4. TeamSite impact: Zero. Future-proofs the rendered output: if the CMS changes, only the templates (PHP, React, etc.) need updating, not the styles.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/ PROCESS CANDIDATES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ideas.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accomplish?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achievable inside the TeamSite constraint. All additive.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RBCCM DIGITAL / EFFICIENCIES / PROCESSES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candidates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now. We'll walk through each on the following slides.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868" y="2377440"/>
            <a:ext cx="36118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9468" y="2606040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946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18108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as source of truth.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9468" y="3154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code (JS, CSS, XSL, XML) lives in one clean, accurate, documented repo. TeamSite stays the deploy target.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89908" y="2377440"/>
            <a:ext cx="36118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8508" y="2606040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1850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67148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npm build that validates the repo.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18508" y="3154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lints and checks every component's JS, CSS, XSL and XML before anything goes 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38948" y="2377440"/>
            <a:ext cx="36118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7548" y="2606040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6754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16188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rbccm-* component library.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67548" y="3154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Element Modifier (BEM) named rbccm-* component with all its variations. A local npm build produces a dev page to check the output is what's expected: variations, FPO content, etc.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0868" y="4389120"/>
            <a:ext cx="36118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9468" y="4617720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9468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18108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CSS + JS bundling.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9468" y="5166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main.css and one main.js instead of 12+ standalone files in the head.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89908" y="4389120"/>
            <a:ext cx="36118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8508" y="4617720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18508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67148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Localized page preview.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18508" y="5166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pages previewed locally from the #3 component library, matching TeamSite's runtime. Anyone can iterate offline.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38948" y="4389120"/>
            <a:ext cx="361188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7548" y="4617720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67548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16188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reliance on Bootstrap.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67548" y="5166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 system, 1:1 with the Figma expectation. Every component styled in its own SCSS instead of loading a whole library for utility classes. Atomic design principles, 100% accurate.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RBCCM DIGITAL / EFFICIENCIES / PROCESSES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60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as source of truth.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code (JS, CSS, XSL, XML) lives in one clean, accurate, documented repo. TeamSite stays the deploy target.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FIXES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rollback and review exist today, but loosely (TeamSite versions, local copies, memory). The repo gives one clean place to see what changed, when and why.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 and a workflow agreement. Still no CI/CD into TeamSite, but code is checked in the repo before anything is uploaded, so "what happened?" has an answer.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TEAMSITE IMPACT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5257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Deploys stay manual for now, but the repo is the record of what should be live.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RBCCM DIGITAL / EFFICIENCIES / PROCESSES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60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npm build that validates the repo.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lints and checks every component's JS, CSS, XSL and XML before anything goes 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FIXES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XSL, typos and bad markup found on the live site instead of before upload.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script to write. Runs on any dev machine.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TEAMSITE IMPACT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5257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It only checks the files; uploading to TeamSite is unchanged.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RBCCM DIGITAL / EFFICIENCIES / PROCESSES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60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rbccm-* component library.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Element Modifier (BEM) named rbccm-* component with all its variations. A local npm build produces a dev page to check the output is what's expected: variations, FPO content, etc.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FIXES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three-carousels pattern. Marketing asking for what already exists. Surprises after publishing.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TBD. Builds on the component folders and local tests that already exist.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TEAMSITE IMPACT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5257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Runs locally, outside TeamSite.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RBCCM DIGITAL / EFFICIENCIES / PROCESSES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60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CSS + JS bundling.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main.css and one main.js instead of 12+ standalone files in the head.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FIXES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bloat. Every page paying the tax of every other page's dependencies.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#2 being in place first. Then it's a build-config change.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TEAMSITE IMPACT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5257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TeamSite serves whatever files the build outputs.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RBCCM DIGITAL / EFFICIENCIES / PROCESSES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60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Localized page preview.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pages previewed locally from the #3 component library, matching TeamSite's runtime. Anyone can iterate offline.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FIXES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in prod.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out of #3: page templates that assemble library components.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TEAMSITE IMPACT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5257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Runs locally. Only the final files touch TeamSite.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RBCCM DIGITAL / EFFICIENCIES / PROCESSES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960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reliance on Bootstrap.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 system, 1:1 with the Figma expectation. Every component styled in its own SCSS instead of loading a whole library for utility classes. Atomic design principles, 100% accurate.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FIXES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154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loading all of Bootstrap for a handful of utilities. Fighting framework defaults to match the design.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now. New components already ship their own CSS; older pages move over as they're rebuilt. Pairs with #4.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908792" cy="9144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TEAMSITE IMPACT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5257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Future-proofs the rendered output: if the CMS changes, only the templates (PHP, React, etc.) need updating, not the styles.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6355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RBCCM Digital - Efficiency Candidates</dc:title>
  <dc:subject>PptxGenJS Presentation</dc:subject>
  <dc:creator>Justin Bannister</dc:creator>
  <cp:lastModifiedBy>Justin Bannister</cp:lastModifiedBy>
  <cp:revision>1</cp:revision>
  <dcterms:created xsi:type="dcterms:W3CDTF">2026-10-01T14:02:29Z</dcterms:created>
  <dcterms:modified xsi:type="dcterms:W3CDTF">2026-10-01T14:02:29Z</dcterms:modified>
</cp:coreProperties>
</file>